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elegraf Bold" charset="1" panose="00000800000000000000"/>
      <p:regular r:id="rId15"/>
    </p:embeddedFont>
    <p:embeddedFont>
      <p:font typeface="Bright Retro" charset="1" panose="000000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Open Sauce" charset="1" panose="00000500000000000000"/>
      <p:regular r:id="rId19"/>
    </p:embeddedFont>
    <p:embeddedFont>
      <p:font typeface="Telegraf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3845" y="2256547"/>
            <a:ext cx="15457769" cy="6166069"/>
            <a:chOff x="0" y="0"/>
            <a:chExt cx="4071182" cy="16239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71182" cy="1623985"/>
            </a:xfrm>
            <a:custGeom>
              <a:avLst/>
              <a:gdLst/>
              <a:ahLst/>
              <a:cxnLst/>
              <a:rect r="r" b="b" t="t" l="l"/>
              <a:pathLst>
                <a:path h="1623985" w="4071182">
                  <a:moveTo>
                    <a:pt x="39066" y="0"/>
                  </a:moveTo>
                  <a:lnTo>
                    <a:pt x="4032116" y="0"/>
                  </a:lnTo>
                  <a:cubicBezTo>
                    <a:pt x="4053692" y="0"/>
                    <a:pt x="4071182" y="17490"/>
                    <a:pt x="4071182" y="39066"/>
                  </a:cubicBezTo>
                  <a:lnTo>
                    <a:pt x="4071182" y="1584920"/>
                  </a:lnTo>
                  <a:cubicBezTo>
                    <a:pt x="4071182" y="1606495"/>
                    <a:pt x="4053692" y="1623985"/>
                    <a:pt x="4032116" y="1623985"/>
                  </a:cubicBezTo>
                  <a:lnTo>
                    <a:pt x="39066" y="1623985"/>
                  </a:lnTo>
                  <a:cubicBezTo>
                    <a:pt x="17490" y="1623985"/>
                    <a:pt x="0" y="1606495"/>
                    <a:pt x="0" y="1584920"/>
                  </a:cubicBezTo>
                  <a:lnTo>
                    <a:pt x="0" y="39066"/>
                  </a:lnTo>
                  <a:cubicBezTo>
                    <a:pt x="0" y="17490"/>
                    <a:pt x="17490" y="0"/>
                    <a:pt x="390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071182" cy="1690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394318" y="2850210"/>
            <a:ext cx="5472317" cy="5034498"/>
            <a:chOff x="0" y="0"/>
            <a:chExt cx="1441269" cy="13259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1269" cy="1325958"/>
            </a:xfrm>
            <a:custGeom>
              <a:avLst/>
              <a:gdLst/>
              <a:ahLst/>
              <a:cxnLst/>
              <a:rect r="r" b="b" t="t" l="l"/>
              <a:pathLst>
                <a:path h="1325958" w="1441269">
                  <a:moveTo>
                    <a:pt x="82055" y="0"/>
                  </a:moveTo>
                  <a:lnTo>
                    <a:pt x="1359214" y="0"/>
                  </a:lnTo>
                  <a:cubicBezTo>
                    <a:pt x="1380976" y="0"/>
                    <a:pt x="1401847" y="8645"/>
                    <a:pt x="1417235" y="24033"/>
                  </a:cubicBezTo>
                  <a:cubicBezTo>
                    <a:pt x="1432624" y="39422"/>
                    <a:pt x="1441269" y="60293"/>
                    <a:pt x="1441269" y="82055"/>
                  </a:cubicBezTo>
                  <a:lnTo>
                    <a:pt x="1441269" y="1243903"/>
                  </a:lnTo>
                  <a:cubicBezTo>
                    <a:pt x="1441269" y="1265666"/>
                    <a:pt x="1432624" y="1286537"/>
                    <a:pt x="1417235" y="1301925"/>
                  </a:cubicBezTo>
                  <a:cubicBezTo>
                    <a:pt x="1401847" y="1317313"/>
                    <a:pt x="1380976" y="1325958"/>
                    <a:pt x="1359214" y="1325958"/>
                  </a:cubicBezTo>
                  <a:lnTo>
                    <a:pt x="82055" y="1325958"/>
                  </a:lnTo>
                  <a:cubicBezTo>
                    <a:pt x="60293" y="1325958"/>
                    <a:pt x="39422" y="1317313"/>
                    <a:pt x="24033" y="1301925"/>
                  </a:cubicBezTo>
                  <a:cubicBezTo>
                    <a:pt x="8645" y="1286537"/>
                    <a:pt x="0" y="1265666"/>
                    <a:pt x="0" y="1243903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441269" cy="1392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1894724"/>
            <a:ext cx="16230600" cy="7001227"/>
            <a:chOff x="0" y="0"/>
            <a:chExt cx="4274726" cy="18439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1843945"/>
            </a:xfrm>
            <a:custGeom>
              <a:avLst/>
              <a:gdLst/>
              <a:ahLst/>
              <a:cxnLst/>
              <a:rect r="r" b="b" t="t" l="l"/>
              <a:pathLst>
                <a:path h="1843945" w="4274726">
                  <a:moveTo>
                    <a:pt x="26712" y="0"/>
                  </a:moveTo>
                  <a:lnTo>
                    <a:pt x="4248014" y="0"/>
                  </a:lnTo>
                  <a:cubicBezTo>
                    <a:pt x="4255098" y="0"/>
                    <a:pt x="4261893" y="2814"/>
                    <a:pt x="4266902" y="7824"/>
                  </a:cubicBezTo>
                  <a:cubicBezTo>
                    <a:pt x="4271912" y="12833"/>
                    <a:pt x="4274726" y="19627"/>
                    <a:pt x="4274726" y="26712"/>
                  </a:cubicBezTo>
                  <a:lnTo>
                    <a:pt x="4274726" y="1817233"/>
                  </a:lnTo>
                  <a:cubicBezTo>
                    <a:pt x="4274726" y="1824317"/>
                    <a:pt x="4271912" y="1831111"/>
                    <a:pt x="4266902" y="1836121"/>
                  </a:cubicBezTo>
                  <a:cubicBezTo>
                    <a:pt x="4261893" y="1841130"/>
                    <a:pt x="4255098" y="1843945"/>
                    <a:pt x="4248014" y="1843945"/>
                  </a:cubicBezTo>
                  <a:lnTo>
                    <a:pt x="26712" y="1843945"/>
                  </a:lnTo>
                  <a:cubicBezTo>
                    <a:pt x="19627" y="1843945"/>
                    <a:pt x="12833" y="1841130"/>
                    <a:pt x="7824" y="1836121"/>
                  </a:cubicBezTo>
                  <a:cubicBezTo>
                    <a:pt x="2814" y="1831111"/>
                    <a:pt x="0" y="1824317"/>
                    <a:pt x="0" y="1817233"/>
                  </a:cubicBezTo>
                  <a:lnTo>
                    <a:pt x="0" y="26712"/>
                  </a:lnTo>
                  <a:cubicBezTo>
                    <a:pt x="0" y="19627"/>
                    <a:pt x="2814" y="12833"/>
                    <a:pt x="7824" y="7824"/>
                  </a:cubicBezTo>
                  <a:cubicBezTo>
                    <a:pt x="12833" y="2814"/>
                    <a:pt x="19627" y="0"/>
                    <a:pt x="267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4274726" cy="191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772743" y="2326590"/>
            <a:ext cx="6400878" cy="6251794"/>
          </a:xfrm>
          <a:custGeom>
            <a:avLst/>
            <a:gdLst/>
            <a:ahLst/>
            <a:cxnLst/>
            <a:rect r="r" b="b" t="t" l="l"/>
            <a:pathLst>
              <a:path h="6251794" w="6400878">
                <a:moveTo>
                  <a:pt x="0" y="0"/>
                </a:moveTo>
                <a:lnTo>
                  <a:pt x="6400877" y="0"/>
                </a:lnTo>
                <a:lnTo>
                  <a:pt x="6400877" y="6251794"/>
                </a:lnTo>
                <a:lnTo>
                  <a:pt x="0" y="6251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38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CSM-3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01094" y="3725116"/>
            <a:ext cx="7811777" cy="219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54"/>
              </a:lnSpc>
            </a:pPr>
            <a:r>
              <a:rPr lang="en-US" sz="16425" spc="-739">
                <a:solidFill>
                  <a:srgbClr val="FFFFFF"/>
                </a:solidFill>
                <a:latin typeface="Bright Retro"/>
                <a:ea typeface="Bright Retro"/>
                <a:cs typeface="Bright Retro"/>
                <a:sym typeface="Bright Retro"/>
              </a:rPr>
              <a:t>Hello, I am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43224" y="5143500"/>
            <a:ext cx="6800776" cy="167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42"/>
              </a:lnSpc>
            </a:pPr>
            <a:r>
              <a:rPr lang="en-US" sz="9887">
                <a:solidFill>
                  <a:srgbClr val="FFFFFF"/>
                </a:solidFill>
                <a:latin typeface="Bright Retro"/>
                <a:ea typeface="Bright Retro"/>
                <a:cs typeface="Bright Retro"/>
                <a:sym typeface="Bright Retro"/>
              </a:rPr>
              <a:t>Radha krishna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3986" y="3485733"/>
            <a:ext cx="16680029" cy="300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8"/>
              </a:lnSpc>
              <a:spcBef>
                <a:spcPct val="0"/>
              </a:spcBef>
            </a:pPr>
            <a:r>
              <a:rPr lang="en-US" sz="17691" spc="-796">
                <a:solidFill>
                  <a:srgbClr val="FFFFFF"/>
                </a:solidFill>
                <a:latin typeface="Bright Retro"/>
                <a:ea typeface="Bright Retro"/>
                <a:cs typeface="Bright Retro"/>
                <a:sym typeface="Bright Retro"/>
              </a:rPr>
              <a:t>--Vibe Coding--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96029" y="900211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841660"/>
            <a:ext cx="1662550" cy="40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</p:spTree>
  </p:cSld>
  <p:clrMapOvr>
    <a:masterClrMapping/>
  </p:clrMapOvr>
  <p:transition spd="fast">
    <p:cover dir="r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3986" y="2057400"/>
            <a:ext cx="8641761" cy="7499107"/>
            <a:chOff x="0" y="0"/>
            <a:chExt cx="2276019" cy="19750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6019" cy="1975074"/>
            </a:xfrm>
            <a:custGeom>
              <a:avLst/>
              <a:gdLst/>
              <a:ahLst/>
              <a:cxnLst/>
              <a:rect r="r" b="b" t="t" l="l"/>
              <a:pathLst>
                <a:path h="1975074" w="2276019">
                  <a:moveTo>
                    <a:pt x="50169" y="0"/>
                  </a:moveTo>
                  <a:lnTo>
                    <a:pt x="2225851" y="0"/>
                  </a:lnTo>
                  <a:cubicBezTo>
                    <a:pt x="2239156" y="0"/>
                    <a:pt x="2251917" y="5286"/>
                    <a:pt x="2261325" y="14694"/>
                  </a:cubicBezTo>
                  <a:cubicBezTo>
                    <a:pt x="2270734" y="24103"/>
                    <a:pt x="2276019" y="36863"/>
                    <a:pt x="2276019" y="50169"/>
                  </a:cubicBezTo>
                  <a:lnTo>
                    <a:pt x="2276019" y="1924905"/>
                  </a:lnTo>
                  <a:cubicBezTo>
                    <a:pt x="2276019" y="1952612"/>
                    <a:pt x="2253558" y="1975074"/>
                    <a:pt x="2225851" y="1975074"/>
                  </a:cubicBezTo>
                  <a:lnTo>
                    <a:pt x="50169" y="1975074"/>
                  </a:lnTo>
                  <a:cubicBezTo>
                    <a:pt x="36863" y="1975074"/>
                    <a:pt x="24103" y="1969788"/>
                    <a:pt x="14694" y="1960380"/>
                  </a:cubicBezTo>
                  <a:cubicBezTo>
                    <a:pt x="5286" y="1950971"/>
                    <a:pt x="0" y="1938210"/>
                    <a:pt x="0" y="1924905"/>
                  </a:cubicBezTo>
                  <a:lnTo>
                    <a:pt x="0" y="50169"/>
                  </a:lnTo>
                  <a:cubicBezTo>
                    <a:pt x="0" y="36863"/>
                    <a:pt x="5286" y="24103"/>
                    <a:pt x="14694" y="14694"/>
                  </a:cubicBezTo>
                  <a:cubicBezTo>
                    <a:pt x="24103" y="5286"/>
                    <a:pt x="36863" y="0"/>
                    <a:pt x="501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276019" cy="204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75275" y="6825024"/>
            <a:ext cx="7524688" cy="2731483"/>
            <a:chOff x="0" y="0"/>
            <a:chExt cx="1981811" cy="7194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811" cy="719403"/>
            </a:xfrm>
            <a:custGeom>
              <a:avLst/>
              <a:gdLst/>
              <a:ahLst/>
              <a:cxnLst/>
              <a:rect r="r" b="b" t="t" l="l"/>
              <a:pathLst>
                <a:path h="719403" w="1981811">
                  <a:moveTo>
                    <a:pt x="57617" y="0"/>
                  </a:moveTo>
                  <a:lnTo>
                    <a:pt x="1924194" y="0"/>
                  </a:lnTo>
                  <a:cubicBezTo>
                    <a:pt x="1939475" y="0"/>
                    <a:pt x="1954130" y="6070"/>
                    <a:pt x="1964935" y="16876"/>
                  </a:cubicBezTo>
                  <a:cubicBezTo>
                    <a:pt x="1975740" y="27681"/>
                    <a:pt x="1981811" y="42336"/>
                    <a:pt x="1981811" y="57617"/>
                  </a:cubicBezTo>
                  <a:lnTo>
                    <a:pt x="1981811" y="661786"/>
                  </a:lnTo>
                  <a:cubicBezTo>
                    <a:pt x="1981811" y="677067"/>
                    <a:pt x="1975740" y="691722"/>
                    <a:pt x="1964935" y="702528"/>
                  </a:cubicBezTo>
                  <a:cubicBezTo>
                    <a:pt x="1954130" y="713333"/>
                    <a:pt x="1939475" y="719403"/>
                    <a:pt x="1924194" y="719403"/>
                  </a:cubicBezTo>
                  <a:lnTo>
                    <a:pt x="57617" y="719403"/>
                  </a:lnTo>
                  <a:cubicBezTo>
                    <a:pt x="42336" y="719403"/>
                    <a:pt x="27681" y="713333"/>
                    <a:pt x="16876" y="702528"/>
                  </a:cubicBezTo>
                  <a:cubicBezTo>
                    <a:pt x="6070" y="691722"/>
                    <a:pt x="0" y="677067"/>
                    <a:pt x="0" y="661786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981811" cy="786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75275" y="2057400"/>
            <a:ext cx="7524688" cy="4166571"/>
            <a:chOff x="0" y="0"/>
            <a:chExt cx="1165771" cy="645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5771" cy="645511"/>
            </a:xfrm>
            <a:custGeom>
              <a:avLst/>
              <a:gdLst/>
              <a:ahLst/>
              <a:cxnLst/>
              <a:rect r="r" b="b" t="t" l="l"/>
              <a:pathLst>
                <a:path h="645511" w="1165771">
                  <a:moveTo>
                    <a:pt x="57617" y="0"/>
                  </a:moveTo>
                  <a:lnTo>
                    <a:pt x="1108154" y="0"/>
                  </a:lnTo>
                  <a:cubicBezTo>
                    <a:pt x="1123435" y="0"/>
                    <a:pt x="1138090" y="6070"/>
                    <a:pt x="1148896" y="16876"/>
                  </a:cubicBezTo>
                  <a:cubicBezTo>
                    <a:pt x="1159701" y="27681"/>
                    <a:pt x="1165771" y="42336"/>
                    <a:pt x="1165771" y="57617"/>
                  </a:cubicBezTo>
                  <a:lnTo>
                    <a:pt x="1165771" y="587894"/>
                  </a:lnTo>
                  <a:cubicBezTo>
                    <a:pt x="1165771" y="603175"/>
                    <a:pt x="1159701" y="617830"/>
                    <a:pt x="1148896" y="628635"/>
                  </a:cubicBezTo>
                  <a:cubicBezTo>
                    <a:pt x="1138090" y="639441"/>
                    <a:pt x="1123435" y="645511"/>
                    <a:pt x="1108154" y="645511"/>
                  </a:cubicBezTo>
                  <a:lnTo>
                    <a:pt x="57617" y="645511"/>
                  </a:lnTo>
                  <a:cubicBezTo>
                    <a:pt x="42336" y="645511"/>
                    <a:pt x="27681" y="639441"/>
                    <a:pt x="16876" y="628635"/>
                  </a:cubicBezTo>
                  <a:cubicBezTo>
                    <a:pt x="6070" y="617830"/>
                    <a:pt x="0" y="603175"/>
                    <a:pt x="0" y="587894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970" r="0" b="-1535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3150" y="5702179"/>
            <a:ext cx="6843432" cy="240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2"/>
              </a:lnSpc>
            </a:pPr>
            <a:r>
              <a:rPr lang="en-US" sz="34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Vibe coding means building apps or websites with the help AI and this requires little or No Coding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03247" y="7233285"/>
            <a:ext cx="6646965" cy="202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spc="8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Makes software development faster &amp; Easier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6346" y="2974397"/>
            <a:ext cx="7719401" cy="216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7"/>
              </a:lnSpc>
            </a:pPr>
            <a:r>
              <a:rPr lang="en-US" sz="7919" spc="-35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What is Vibe Coding?</a:t>
            </a:r>
          </a:p>
        </p:txBody>
      </p:sp>
    </p:spTree>
  </p:cSld>
  <p:clrMapOvr>
    <a:masterClrMapping/>
  </p:clrMapOvr>
  <p:transition spd="fast">
    <p:cover dir="r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00921" y="1986280"/>
            <a:ext cx="10876417" cy="7467954"/>
            <a:chOff x="0" y="0"/>
            <a:chExt cx="2864571" cy="19668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64571" cy="1966869"/>
            </a:xfrm>
            <a:custGeom>
              <a:avLst/>
              <a:gdLst/>
              <a:ahLst/>
              <a:cxnLst/>
              <a:rect r="r" b="b" t="t" l="l"/>
              <a:pathLst>
                <a:path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864571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3986" y="1986280"/>
            <a:ext cx="5264882" cy="7467954"/>
            <a:chOff x="0" y="0"/>
            <a:chExt cx="1386636" cy="19668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6636" cy="1966869"/>
            </a:xfrm>
            <a:custGeom>
              <a:avLst/>
              <a:gdLst/>
              <a:ahLst/>
              <a:cxnLst/>
              <a:rect r="r" b="b" t="t" l="l"/>
              <a:pathLst>
                <a:path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386636" cy="2033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63845" y="5294510"/>
            <a:ext cx="3172137" cy="4114800"/>
          </a:xfrm>
          <a:custGeom>
            <a:avLst/>
            <a:gdLst/>
            <a:ahLst/>
            <a:cxnLst/>
            <a:rect r="r" b="b" t="t" l="l"/>
            <a:pathLst>
              <a:path h="4114800" w="3172137">
                <a:moveTo>
                  <a:pt x="0" y="0"/>
                </a:moveTo>
                <a:lnTo>
                  <a:pt x="3172137" y="0"/>
                </a:lnTo>
                <a:lnTo>
                  <a:pt x="31721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55160" y="5653582"/>
            <a:ext cx="89679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 Lovable--For simple Websites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3845" y="2439110"/>
            <a:ext cx="3472079" cy="2561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6"/>
              </a:lnSpc>
            </a:pPr>
            <a:r>
              <a:rPr lang="en-US" sz="4904" spc="-21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Few Tools list which I Explored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55160" y="2528585"/>
            <a:ext cx="9315752" cy="150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5"/>
              </a:lnSpc>
            </a:pPr>
            <a:r>
              <a:rPr lang="en-US" b="true" sz="10299" spc="-46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POPULAR VIBE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55160" y="3819861"/>
            <a:ext cx="9315752" cy="134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4"/>
              </a:lnSpc>
            </a:pPr>
            <a:r>
              <a:rPr lang="en-US" b="true" sz="9200" spc="-41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CODING TOOLS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55160" y="6294440"/>
            <a:ext cx="89679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Emergent --it is used to create some backend also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55160" y="7069335"/>
            <a:ext cx="89679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 Bolt--it like Lovable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55160" y="7844035"/>
            <a:ext cx="89679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 Cursor--it like Lovable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55160" y="8485089"/>
            <a:ext cx="89679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Google firebase Studio--It is most powerful one </a:t>
            </a:r>
          </a:p>
        </p:txBody>
      </p:sp>
    </p:spTree>
  </p:cSld>
  <p:clrMapOvr>
    <a:masterClrMapping/>
  </p:clrMapOvr>
  <p:transition spd="fast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3986" y="1790346"/>
            <a:ext cx="6301476" cy="5911234"/>
            <a:chOff x="0" y="0"/>
            <a:chExt cx="1659648" cy="15568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9648" cy="1556868"/>
            </a:xfrm>
            <a:custGeom>
              <a:avLst/>
              <a:gdLst/>
              <a:ahLst/>
              <a:cxnLst/>
              <a:rect r="r" b="b" t="t" l="l"/>
              <a:pathLst>
                <a:path h="1556868" w="1659648">
                  <a:moveTo>
                    <a:pt x="68801" y="0"/>
                  </a:moveTo>
                  <a:lnTo>
                    <a:pt x="1590847" y="0"/>
                  </a:lnTo>
                  <a:cubicBezTo>
                    <a:pt x="1609094" y="0"/>
                    <a:pt x="1626594" y="7249"/>
                    <a:pt x="1639497" y="20151"/>
                  </a:cubicBezTo>
                  <a:cubicBezTo>
                    <a:pt x="1652399" y="33054"/>
                    <a:pt x="1659648" y="50554"/>
                    <a:pt x="1659648" y="68801"/>
                  </a:cubicBezTo>
                  <a:lnTo>
                    <a:pt x="1659648" y="1488067"/>
                  </a:lnTo>
                  <a:cubicBezTo>
                    <a:pt x="1659648" y="1506314"/>
                    <a:pt x="1652399" y="1523814"/>
                    <a:pt x="1639497" y="1536717"/>
                  </a:cubicBezTo>
                  <a:cubicBezTo>
                    <a:pt x="1626594" y="1549620"/>
                    <a:pt x="1609094" y="1556868"/>
                    <a:pt x="1590847" y="1556868"/>
                  </a:cubicBezTo>
                  <a:lnTo>
                    <a:pt x="68801" y="1556868"/>
                  </a:lnTo>
                  <a:cubicBezTo>
                    <a:pt x="50554" y="1556868"/>
                    <a:pt x="33054" y="1549620"/>
                    <a:pt x="20151" y="1536717"/>
                  </a:cubicBezTo>
                  <a:cubicBezTo>
                    <a:pt x="7249" y="1523814"/>
                    <a:pt x="0" y="1506314"/>
                    <a:pt x="0" y="1488067"/>
                  </a:cubicBezTo>
                  <a:lnTo>
                    <a:pt x="0" y="68801"/>
                  </a:lnTo>
                  <a:cubicBezTo>
                    <a:pt x="0" y="50554"/>
                    <a:pt x="7249" y="33054"/>
                    <a:pt x="20151" y="20151"/>
                  </a:cubicBezTo>
                  <a:cubicBezTo>
                    <a:pt x="33054" y="7249"/>
                    <a:pt x="50554" y="0"/>
                    <a:pt x="688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659648" cy="1623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703689" y="1851792"/>
            <a:ext cx="9783203" cy="5849788"/>
            <a:chOff x="0" y="0"/>
            <a:chExt cx="2576646" cy="15406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76646" cy="1540685"/>
            </a:xfrm>
            <a:custGeom>
              <a:avLst/>
              <a:gdLst/>
              <a:ahLst/>
              <a:cxnLst/>
              <a:rect r="r" b="b" t="t" l="l"/>
              <a:pathLst>
                <a:path h="1540685" w="2576646">
                  <a:moveTo>
                    <a:pt x="44315" y="0"/>
                  </a:moveTo>
                  <a:lnTo>
                    <a:pt x="2532331" y="0"/>
                  </a:lnTo>
                  <a:cubicBezTo>
                    <a:pt x="2556806" y="0"/>
                    <a:pt x="2576646" y="19841"/>
                    <a:pt x="2576646" y="44315"/>
                  </a:cubicBezTo>
                  <a:lnTo>
                    <a:pt x="2576646" y="1496370"/>
                  </a:lnTo>
                  <a:cubicBezTo>
                    <a:pt x="2576646" y="1508123"/>
                    <a:pt x="2571977" y="1519395"/>
                    <a:pt x="2563667" y="1527705"/>
                  </a:cubicBezTo>
                  <a:cubicBezTo>
                    <a:pt x="2555356" y="1536016"/>
                    <a:pt x="2544084" y="1540685"/>
                    <a:pt x="2532331" y="1540685"/>
                  </a:cubicBezTo>
                  <a:lnTo>
                    <a:pt x="44315" y="1540685"/>
                  </a:lnTo>
                  <a:cubicBezTo>
                    <a:pt x="32562" y="1540685"/>
                    <a:pt x="21290" y="1536016"/>
                    <a:pt x="12980" y="1527705"/>
                  </a:cubicBezTo>
                  <a:cubicBezTo>
                    <a:pt x="4669" y="1519395"/>
                    <a:pt x="0" y="1508123"/>
                    <a:pt x="0" y="1496370"/>
                  </a:cubicBezTo>
                  <a:lnTo>
                    <a:pt x="0" y="44315"/>
                  </a:lnTo>
                  <a:cubicBezTo>
                    <a:pt x="0" y="32562"/>
                    <a:pt x="4669" y="21290"/>
                    <a:pt x="12980" y="12980"/>
                  </a:cubicBezTo>
                  <a:cubicBezTo>
                    <a:pt x="21290" y="4669"/>
                    <a:pt x="32562" y="0"/>
                    <a:pt x="443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576646" cy="1607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3986" y="8234980"/>
            <a:ext cx="16682906" cy="1233630"/>
            <a:chOff x="0" y="0"/>
            <a:chExt cx="4393852" cy="3249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93852" cy="324907"/>
            </a:xfrm>
            <a:custGeom>
              <a:avLst/>
              <a:gdLst/>
              <a:ahLst/>
              <a:cxnLst/>
              <a:rect r="r" b="b" t="t" l="l"/>
              <a:pathLst>
                <a:path h="324907" w="4393852">
                  <a:moveTo>
                    <a:pt x="21811" y="0"/>
                  </a:moveTo>
                  <a:lnTo>
                    <a:pt x="4372041" y="0"/>
                  </a:lnTo>
                  <a:cubicBezTo>
                    <a:pt x="4384087" y="0"/>
                    <a:pt x="4393852" y="9765"/>
                    <a:pt x="4393852" y="21811"/>
                  </a:cubicBezTo>
                  <a:lnTo>
                    <a:pt x="4393852" y="303096"/>
                  </a:lnTo>
                  <a:cubicBezTo>
                    <a:pt x="4393852" y="315142"/>
                    <a:pt x="4384087" y="324907"/>
                    <a:pt x="4372041" y="324907"/>
                  </a:cubicBezTo>
                  <a:lnTo>
                    <a:pt x="21811" y="324907"/>
                  </a:lnTo>
                  <a:cubicBezTo>
                    <a:pt x="9765" y="324907"/>
                    <a:pt x="0" y="315142"/>
                    <a:pt x="0" y="303096"/>
                  </a:cubicBezTo>
                  <a:lnTo>
                    <a:pt x="0" y="21811"/>
                  </a:lnTo>
                  <a:cubicBezTo>
                    <a:pt x="0" y="9765"/>
                    <a:pt x="9765" y="0"/>
                    <a:pt x="21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4393852" cy="391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60731" y="3945631"/>
            <a:ext cx="82691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Faster Development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60731" y="2630417"/>
            <a:ext cx="8656428" cy="114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7"/>
              </a:lnSpc>
            </a:pPr>
            <a:r>
              <a:rPr lang="en-US" sz="7919" spc="-35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Advantages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3845" y="3338307"/>
            <a:ext cx="4320610" cy="30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spc="-1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Ideal for startups and students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3913" y="8555033"/>
            <a:ext cx="16383051" cy="62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2"/>
              </a:lnSpc>
            </a:pPr>
            <a:r>
              <a:rPr lang="en-US" sz="4296" spc="125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From idea to app, no coding trap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60731" y="4490197"/>
            <a:ext cx="82691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Low cost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60731" y="5036297"/>
            <a:ext cx="82691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Encourages innovation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60731" y="5582397"/>
            <a:ext cx="826911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No Deep Programming knowledge needed</a:t>
            </a:r>
          </a:p>
        </p:txBody>
      </p:sp>
    </p:spTree>
  </p:cSld>
  <p:clrMapOvr>
    <a:masterClrMapping/>
  </p:clrMapOvr>
  <p:transition spd="fast">
    <p:cover dir="r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03986" y="1894724"/>
            <a:ext cx="7145508" cy="7727240"/>
            <a:chOff x="0" y="0"/>
            <a:chExt cx="1881944" cy="20351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81944" cy="2035158"/>
            </a:xfrm>
            <a:custGeom>
              <a:avLst/>
              <a:gdLst/>
              <a:ahLst/>
              <a:cxnLst/>
              <a:rect r="r" b="b" t="t" l="l"/>
              <a:pathLst>
                <a:path h="2035158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1974484"/>
                  </a:lnTo>
                  <a:cubicBezTo>
                    <a:pt x="1881944" y="1990575"/>
                    <a:pt x="1875552" y="2006008"/>
                    <a:pt x="1864173" y="2017387"/>
                  </a:cubicBezTo>
                  <a:cubicBezTo>
                    <a:pt x="1852795" y="2028765"/>
                    <a:pt x="1837362" y="2035158"/>
                    <a:pt x="1821270" y="2035158"/>
                  </a:cubicBezTo>
                  <a:lnTo>
                    <a:pt x="60674" y="2035158"/>
                  </a:lnTo>
                  <a:cubicBezTo>
                    <a:pt x="27165" y="2035158"/>
                    <a:pt x="0" y="2007993"/>
                    <a:pt x="0" y="1974484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881944" cy="210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661704" y="6356028"/>
            <a:ext cx="8825903" cy="3265935"/>
            <a:chOff x="0" y="0"/>
            <a:chExt cx="2324518" cy="860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24518" cy="860164"/>
            </a:xfrm>
            <a:custGeom>
              <a:avLst/>
              <a:gdLst/>
              <a:ahLst/>
              <a:cxnLst/>
              <a:rect r="r" b="b" t="t" l="l"/>
              <a:pathLst>
                <a:path h="860164" w="2324518">
                  <a:moveTo>
                    <a:pt x="36842" y="0"/>
                  </a:moveTo>
                  <a:lnTo>
                    <a:pt x="2287676" y="0"/>
                  </a:lnTo>
                  <a:cubicBezTo>
                    <a:pt x="2308023" y="0"/>
                    <a:pt x="2324518" y="16495"/>
                    <a:pt x="2324518" y="36842"/>
                  </a:cubicBezTo>
                  <a:lnTo>
                    <a:pt x="2324518" y="823322"/>
                  </a:lnTo>
                  <a:cubicBezTo>
                    <a:pt x="2324518" y="843670"/>
                    <a:pt x="2308023" y="860164"/>
                    <a:pt x="2287676" y="860164"/>
                  </a:cubicBezTo>
                  <a:lnTo>
                    <a:pt x="36842" y="860164"/>
                  </a:lnTo>
                  <a:cubicBezTo>
                    <a:pt x="16495" y="860164"/>
                    <a:pt x="0" y="843670"/>
                    <a:pt x="0" y="823322"/>
                  </a:cubicBezTo>
                  <a:lnTo>
                    <a:pt x="0" y="36842"/>
                  </a:lnTo>
                  <a:cubicBezTo>
                    <a:pt x="0" y="16495"/>
                    <a:pt x="16495" y="0"/>
                    <a:pt x="368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24518" cy="92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661704" y="1894724"/>
            <a:ext cx="8825903" cy="3823129"/>
            <a:chOff x="0" y="0"/>
            <a:chExt cx="2324518" cy="10069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24518" cy="1006915"/>
            </a:xfrm>
            <a:custGeom>
              <a:avLst/>
              <a:gdLst/>
              <a:ahLst/>
              <a:cxnLst/>
              <a:rect r="r" b="b" t="t" l="l"/>
              <a:pathLst>
                <a:path h="1006915" w="2324518">
                  <a:moveTo>
                    <a:pt x="49122" y="0"/>
                  </a:moveTo>
                  <a:lnTo>
                    <a:pt x="2275395" y="0"/>
                  </a:lnTo>
                  <a:cubicBezTo>
                    <a:pt x="2288423" y="0"/>
                    <a:pt x="2300918" y="5175"/>
                    <a:pt x="2310130" y="14388"/>
                  </a:cubicBezTo>
                  <a:cubicBezTo>
                    <a:pt x="2319342" y="23600"/>
                    <a:pt x="2324518" y="36094"/>
                    <a:pt x="2324518" y="49122"/>
                  </a:cubicBezTo>
                  <a:lnTo>
                    <a:pt x="2324518" y="957793"/>
                  </a:lnTo>
                  <a:cubicBezTo>
                    <a:pt x="2324518" y="970821"/>
                    <a:pt x="2319342" y="983315"/>
                    <a:pt x="2310130" y="992527"/>
                  </a:cubicBezTo>
                  <a:cubicBezTo>
                    <a:pt x="2300918" y="1001739"/>
                    <a:pt x="2288423" y="1006915"/>
                    <a:pt x="2275395" y="1006915"/>
                  </a:cubicBezTo>
                  <a:lnTo>
                    <a:pt x="49122" y="1006915"/>
                  </a:lnTo>
                  <a:cubicBezTo>
                    <a:pt x="36094" y="1006915"/>
                    <a:pt x="23600" y="1001739"/>
                    <a:pt x="14388" y="992527"/>
                  </a:cubicBezTo>
                  <a:cubicBezTo>
                    <a:pt x="5175" y="983315"/>
                    <a:pt x="0" y="970821"/>
                    <a:pt x="0" y="957793"/>
                  </a:cubicBezTo>
                  <a:lnTo>
                    <a:pt x="0" y="49122"/>
                  </a:lnTo>
                  <a:cubicBezTo>
                    <a:pt x="0" y="36094"/>
                    <a:pt x="5175" y="23600"/>
                    <a:pt x="14388" y="14388"/>
                  </a:cubicBezTo>
                  <a:cubicBezTo>
                    <a:pt x="23600" y="5175"/>
                    <a:pt x="36094" y="0"/>
                    <a:pt x="4912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324518" cy="1073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78178" y="3748318"/>
            <a:ext cx="5523196" cy="383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Limited customizationd</a:t>
            </a:r>
          </a:p>
          <a:p>
            <a:pPr algn="just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Platform Dependency</a:t>
            </a:r>
          </a:p>
          <a:p>
            <a:pPr algn="l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Not suitable for complex</a:t>
            </a:r>
          </a:p>
          <a:p>
            <a:pPr algn="l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S</a:t>
            </a: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ystems</a:t>
            </a:r>
          </a:p>
          <a:p>
            <a:pPr algn="l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Performance issues in </a:t>
            </a:r>
          </a:p>
          <a:p>
            <a:pPr algn="l">
              <a:lnSpc>
                <a:spcPts val="5146"/>
              </a:lnSpc>
            </a:pPr>
            <a:r>
              <a:rPr lang="en-US" sz="30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Large apps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82479" y="3004474"/>
            <a:ext cx="7384352" cy="167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628"/>
              </a:lnSpc>
            </a:pPr>
            <a:r>
              <a:rPr lang="en-US" b="true" sz="11400" spc="-51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Limitations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10122" y="6928865"/>
            <a:ext cx="6799439" cy="200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5"/>
              </a:lnSpc>
            </a:pPr>
            <a:r>
              <a:rPr lang="en-US" sz="5775" spc="-25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Explore many tools and find best one</a:t>
            </a:r>
          </a:p>
        </p:txBody>
      </p:sp>
    </p:spTree>
  </p:cSld>
  <p:clrMapOvr>
    <a:masterClrMapping/>
  </p:clrMapOvr>
  <p:transition spd="fast">
    <p:cover dir="r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20398" y="1894724"/>
            <a:ext cx="8875194" cy="7599868"/>
            <a:chOff x="0" y="0"/>
            <a:chExt cx="1375000" cy="1177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5000" cy="1177418"/>
            </a:xfrm>
            <a:custGeom>
              <a:avLst/>
              <a:gdLst/>
              <a:ahLst/>
              <a:cxnLst/>
              <a:rect r="r" b="b" t="t" l="l"/>
              <a:pathLst>
                <a:path h="1177418" w="1375000">
                  <a:moveTo>
                    <a:pt x="48849" y="0"/>
                  </a:moveTo>
                  <a:lnTo>
                    <a:pt x="1326150" y="0"/>
                  </a:lnTo>
                  <a:cubicBezTo>
                    <a:pt x="1353129" y="0"/>
                    <a:pt x="1375000" y="21871"/>
                    <a:pt x="1375000" y="48849"/>
                  </a:cubicBezTo>
                  <a:lnTo>
                    <a:pt x="1375000" y="1128569"/>
                  </a:lnTo>
                  <a:cubicBezTo>
                    <a:pt x="1375000" y="1155548"/>
                    <a:pt x="1353129" y="1177418"/>
                    <a:pt x="1326150" y="1177418"/>
                  </a:cubicBezTo>
                  <a:lnTo>
                    <a:pt x="48849" y="1177418"/>
                  </a:lnTo>
                  <a:cubicBezTo>
                    <a:pt x="21871" y="1177418"/>
                    <a:pt x="0" y="1155548"/>
                    <a:pt x="0" y="1128569"/>
                  </a:cubicBezTo>
                  <a:lnTo>
                    <a:pt x="0" y="48849"/>
                  </a:lnTo>
                  <a:cubicBezTo>
                    <a:pt x="0" y="21871"/>
                    <a:pt x="21871" y="0"/>
                    <a:pt x="48849" y="0"/>
                  </a:cubicBezTo>
                  <a:close/>
                </a:path>
              </a:pathLst>
            </a:custGeom>
            <a:blipFill>
              <a:blip r:embed="rId4"/>
              <a:stretch>
                <a:fillRect l="-14142" t="0" r="-1414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03986" y="1894724"/>
            <a:ext cx="7145508" cy="3799934"/>
            <a:chOff x="0" y="0"/>
            <a:chExt cx="1881944" cy="10008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1944" cy="1000806"/>
            </a:xfrm>
            <a:custGeom>
              <a:avLst/>
              <a:gdLst/>
              <a:ahLst/>
              <a:cxnLst/>
              <a:rect r="r" b="b" t="t" l="l"/>
              <a:pathLst>
                <a:path h="1000806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940132"/>
                  </a:lnTo>
                  <a:cubicBezTo>
                    <a:pt x="1881944" y="956223"/>
                    <a:pt x="1875552" y="971656"/>
                    <a:pt x="1864173" y="983035"/>
                  </a:cubicBezTo>
                  <a:cubicBezTo>
                    <a:pt x="1852795" y="994413"/>
                    <a:pt x="1837362" y="1000806"/>
                    <a:pt x="1821270" y="1000806"/>
                  </a:cubicBezTo>
                  <a:lnTo>
                    <a:pt x="60674" y="1000806"/>
                  </a:lnTo>
                  <a:cubicBezTo>
                    <a:pt x="27165" y="1000806"/>
                    <a:pt x="0" y="973641"/>
                    <a:pt x="0" y="940132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81944" cy="1067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986" y="6312965"/>
            <a:ext cx="7145508" cy="3181626"/>
            <a:chOff x="0" y="0"/>
            <a:chExt cx="1881944" cy="8379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81944" cy="837959"/>
            </a:xfrm>
            <a:custGeom>
              <a:avLst/>
              <a:gdLst/>
              <a:ahLst/>
              <a:cxnLst/>
              <a:rect r="r" b="b" t="t" l="l"/>
              <a:pathLst>
                <a:path h="837959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777285"/>
                  </a:lnTo>
                  <a:cubicBezTo>
                    <a:pt x="1881944" y="810795"/>
                    <a:pt x="1854780" y="837959"/>
                    <a:pt x="1821270" y="837959"/>
                  </a:cubicBezTo>
                  <a:lnTo>
                    <a:pt x="60674" y="837959"/>
                  </a:lnTo>
                  <a:cubicBezTo>
                    <a:pt x="27165" y="837959"/>
                    <a:pt x="0" y="810795"/>
                    <a:pt x="0" y="777285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881944" cy="904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3414" y="6761458"/>
            <a:ext cx="6457530" cy="208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7"/>
              </a:lnSpc>
            </a:pPr>
            <a:r>
              <a:rPr lang="en-US" sz="29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reduces repeatative and simple code and one thing technology changes jobs, not removes them.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3845" y="2667081"/>
            <a:ext cx="5946711" cy="177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7"/>
              </a:lnSpc>
            </a:pPr>
            <a:r>
              <a:rPr lang="en-US" sz="6399" spc="-287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Are Jobs Safe in AI coding era 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3845" y="4528978"/>
            <a:ext cx="6843432" cy="61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2"/>
              </a:lnSpc>
            </a:pPr>
            <a:r>
              <a:rPr lang="en-US" sz="34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Absolutely No</a:t>
            </a:r>
          </a:p>
        </p:txBody>
      </p:sp>
    </p:spTree>
  </p:cSld>
  <p:clrMapOvr>
    <a:masterClrMapping/>
  </p:clrMapOvr>
  <p:transition spd="fast">
    <p:cover dir="r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962520" y="1894724"/>
            <a:ext cx="4533071" cy="7599868"/>
            <a:chOff x="0" y="0"/>
            <a:chExt cx="702291" cy="1177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2291" cy="1177418"/>
            </a:xfrm>
            <a:custGeom>
              <a:avLst/>
              <a:gdLst/>
              <a:ahLst/>
              <a:cxnLst/>
              <a:rect r="r" b="b" t="t" l="l"/>
              <a:pathLst>
                <a:path h="1177418" w="702291">
                  <a:moveTo>
                    <a:pt x="95641" y="0"/>
                  </a:moveTo>
                  <a:lnTo>
                    <a:pt x="606650" y="0"/>
                  </a:lnTo>
                  <a:cubicBezTo>
                    <a:pt x="632016" y="0"/>
                    <a:pt x="656343" y="10076"/>
                    <a:pt x="674279" y="28013"/>
                  </a:cubicBezTo>
                  <a:cubicBezTo>
                    <a:pt x="692215" y="45949"/>
                    <a:pt x="702291" y="70275"/>
                    <a:pt x="702291" y="95641"/>
                  </a:cubicBezTo>
                  <a:lnTo>
                    <a:pt x="702291" y="1081777"/>
                  </a:lnTo>
                  <a:cubicBezTo>
                    <a:pt x="702291" y="1107143"/>
                    <a:pt x="692215" y="1131470"/>
                    <a:pt x="674279" y="1149406"/>
                  </a:cubicBezTo>
                  <a:cubicBezTo>
                    <a:pt x="656343" y="1167342"/>
                    <a:pt x="632016" y="1177418"/>
                    <a:pt x="606650" y="1177418"/>
                  </a:cubicBezTo>
                  <a:lnTo>
                    <a:pt x="95641" y="1177418"/>
                  </a:lnTo>
                  <a:cubicBezTo>
                    <a:pt x="70275" y="1177418"/>
                    <a:pt x="45949" y="1167342"/>
                    <a:pt x="28013" y="1149406"/>
                  </a:cubicBezTo>
                  <a:cubicBezTo>
                    <a:pt x="10076" y="1131470"/>
                    <a:pt x="0" y="1107143"/>
                    <a:pt x="0" y="1081777"/>
                  </a:cubicBezTo>
                  <a:lnTo>
                    <a:pt x="0" y="95641"/>
                  </a:lnTo>
                  <a:cubicBezTo>
                    <a:pt x="0" y="70275"/>
                    <a:pt x="10076" y="45949"/>
                    <a:pt x="28013" y="28013"/>
                  </a:cubicBezTo>
                  <a:cubicBezTo>
                    <a:pt x="45949" y="10076"/>
                    <a:pt x="70275" y="0"/>
                    <a:pt x="95641" y="0"/>
                  </a:cubicBezTo>
                  <a:close/>
                </a:path>
              </a:pathLst>
            </a:custGeom>
            <a:blipFill>
              <a:blip r:embed="rId4"/>
              <a:stretch>
                <a:fillRect l="-5954" t="0" r="-595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03986" y="1894724"/>
            <a:ext cx="7145508" cy="3248776"/>
            <a:chOff x="0" y="0"/>
            <a:chExt cx="1881944" cy="8556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1944" cy="855645"/>
            </a:xfrm>
            <a:custGeom>
              <a:avLst/>
              <a:gdLst/>
              <a:ahLst/>
              <a:cxnLst/>
              <a:rect r="r" b="b" t="t" l="l"/>
              <a:pathLst>
                <a:path h="855645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794971"/>
                  </a:lnTo>
                  <a:cubicBezTo>
                    <a:pt x="1881944" y="828480"/>
                    <a:pt x="1854780" y="855645"/>
                    <a:pt x="1821270" y="855645"/>
                  </a:cubicBezTo>
                  <a:lnTo>
                    <a:pt x="60674" y="855645"/>
                  </a:lnTo>
                  <a:cubicBezTo>
                    <a:pt x="27165" y="855645"/>
                    <a:pt x="0" y="828480"/>
                    <a:pt x="0" y="794971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81944" cy="922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986" y="5781675"/>
            <a:ext cx="7145508" cy="3712917"/>
            <a:chOff x="0" y="0"/>
            <a:chExt cx="1881944" cy="9778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81944" cy="977888"/>
            </a:xfrm>
            <a:custGeom>
              <a:avLst/>
              <a:gdLst/>
              <a:ahLst/>
              <a:cxnLst/>
              <a:rect r="r" b="b" t="t" l="l"/>
              <a:pathLst>
                <a:path h="977888" w="1881944">
                  <a:moveTo>
                    <a:pt x="45506" y="0"/>
                  </a:moveTo>
                  <a:lnTo>
                    <a:pt x="1836439" y="0"/>
                  </a:lnTo>
                  <a:cubicBezTo>
                    <a:pt x="1848508" y="0"/>
                    <a:pt x="1860082" y="4794"/>
                    <a:pt x="1868616" y="13328"/>
                  </a:cubicBezTo>
                  <a:cubicBezTo>
                    <a:pt x="1877150" y="21862"/>
                    <a:pt x="1881944" y="33437"/>
                    <a:pt x="1881944" y="45506"/>
                  </a:cubicBezTo>
                  <a:lnTo>
                    <a:pt x="1881944" y="932382"/>
                  </a:lnTo>
                  <a:cubicBezTo>
                    <a:pt x="1881944" y="944451"/>
                    <a:pt x="1877150" y="956025"/>
                    <a:pt x="1868616" y="964559"/>
                  </a:cubicBezTo>
                  <a:cubicBezTo>
                    <a:pt x="1860082" y="973093"/>
                    <a:pt x="1848508" y="977888"/>
                    <a:pt x="1836439" y="977888"/>
                  </a:cubicBezTo>
                  <a:lnTo>
                    <a:pt x="45506" y="977888"/>
                  </a:lnTo>
                  <a:cubicBezTo>
                    <a:pt x="33437" y="977888"/>
                    <a:pt x="21862" y="973093"/>
                    <a:pt x="13328" y="964559"/>
                  </a:cubicBezTo>
                  <a:cubicBezTo>
                    <a:pt x="4794" y="956025"/>
                    <a:pt x="0" y="944451"/>
                    <a:pt x="0" y="932382"/>
                  </a:cubicBezTo>
                  <a:lnTo>
                    <a:pt x="0" y="45506"/>
                  </a:lnTo>
                  <a:cubicBezTo>
                    <a:pt x="0" y="33437"/>
                    <a:pt x="4794" y="21862"/>
                    <a:pt x="13328" y="13328"/>
                  </a:cubicBezTo>
                  <a:cubicBezTo>
                    <a:pt x="21862" y="4794"/>
                    <a:pt x="33437" y="0"/>
                    <a:pt x="455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881944" cy="1044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661704" y="1894724"/>
            <a:ext cx="3588605" cy="7573887"/>
            <a:chOff x="0" y="0"/>
            <a:chExt cx="945147" cy="19947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5147" cy="1994769"/>
            </a:xfrm>
            <a:custGeom>
              <a:avLst/>
              <a:gdLst/>
              <a:ahLst/>
              <a:cxnLst/>
              <a:rect r="r" b="b" t="t" l="l"/>
              <a:pathLst>
                <a:path h="1994769" w="945147">
                  <a:moveTo>
                    <a:pt x="120812" y="0"/>
                  </a:moveTo>
                  <a:lnTo>
                    <a:pt x="824335" y="0"/>
                  </a:lnTo>
                  <a:cubicBezTo>
                    <a:pt x="891058" y="0"/>
                    <a:pt x="945147" y="54089"/>
                    <a:pt x="945147" y="120812"/>
                  </a:cubicBezTo>
                  <a:lnTo>
                    <a:pt x="945147" y="1873956"/>
                  </a:lnTo>
                  <a:cubicBezTo>
                    <a:pt x="945147" y="1940679"/>
                    <a:pt x="891058" y="1994769"/>
                    <a:pt x="824335" y="1994769"/>
                  </a:cubicBezTo>
                  <a:lnTo>
                    <a:pt x="120812" y="1994769"/>
                  </a:lnTo>
                  <a:cubicBezTo>
                    <a:pt x="54089" y="1994769"/>
                    <a:pt x="0" y="1940679"/>
                    <a:pt x="0" y="1873956"/>
                  </a:cubicBezTo>
                  <a:lnTo>
                    <a:pt x="0" y="120812"/>
                  </a:lnTo>
                  <a:cubicBezTo>
                    <a:pt x="0" y="54089"/>
                    <a:pt x="54089" y="0"/>
                    <a:pt x="1208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45147" cy="2061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03384" y="6502923"/>
            <a:ext cx="5738811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spc="-28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Upgrade skills Continuously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2266" y="2287142"/>
            <a:ext cx="2627482" cy="677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4926" indent="-272463" lvl="1">
              <a:lnSpc>
                <a:spcPts val="4921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 problem solving and logic</a:t>
            </a:r>
          </a:p>
          <a:p>
            <a:pPr algn="just" marL="544926" indent="-272463" lvl="1">
              <a:lnSpc>
                <a:spcPts val="4921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Understand system design and architecture</a:t>
            </a:r>
          </a:p>
          <a:p>
            <a:pPr algn="just" marL="544926" indent="-272463" lvl="1">
              <a:lnSpc>
                <a:spcPts val="4921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Combine coding skills with AI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3845" y="2718250"/>
            <a:ext cx="5946711" cy="163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</a:pPr>
            <a:r>
              <a:rPr lang="en-US" sz="5900" spc="-265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How Developers can stay job-safe</a:t>
            </a:r>
          </a:p>
        </p:txBody>
      </p:sp>
    </p:spTree>
  </p:cSld>
  <p:clrMapOvr>
    <a:masterClrMapping/>
  </p:clrMapOvr>
  <p:transition spd="fast">
    <p:cover dir="r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3986" y="803986"/>
            <a:ext cx="449429" cy="449429"/>
          </a:xfrm>
          <a:custGeom>
            <a:avLst/>
            <a:gdLst/>
            <a:ahLst/>
            <a:cxnLst/>
            <a:rect r="r" b="b" t="t" l="l"/>
            <a:pathLst>
              <a:path h="449429" w="449429">
                <a:moveTo>
                  <a:pt x="0" y="0"/>
                </a:moveTo>
                <a:lnTo>
                  <a:pt x="449428" y="0"/>
                </a:lnTo>
                <a:lnTo>
                  <a:pt x="449428" y="449428"/>
                </a:lnTo>
                <a:lnTo>
                  <a:pt x="0" y="4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4412" y="3687473"/>
            <a:ext cx="12179177" cy="250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2"/>
              </a:lnSpc>
              <a:spcBef>
                <a:spcPct val="0"/>
              </a:spcBef>
            </a:pPr>
            <a:r>
              <a:rPr lang="en-US" b="true" sz="13787" spc="-62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3845" y="768097"/>
            <a:ext cx="2685498" cy="44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en-US" b="true" sz="2422" spc="-10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Vibe Coding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96029" y="900211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841660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08122" y="843874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6729" y="819695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34325" y="841660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Others</a:t>
            </a:r>
          </a:p>
        </p:txBody>
      </p:sp>
    </p:spTree>
  </p:cSld>
  <p:clrMapOvr>
    <a:masterClrMapping/>
  </p:clrMapOvr>
  <p:transition spd="fast"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DAG7ftZ7sQg</dc:identifier>
  <dcterms:modified xsi:type="dcterms:W3CDTF">2011-08-01T06:04:30Z</dcterms:modified>
  <cp:revision>1</cp:revision>
  <dc:title>Black Modern Gradient Programmer Presentation</dc:title>
</cp:coreProperties>
</file>